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b9459bcead4d52" /><Relationship Type="http://schemas.openxmlformats.org/officeDocument/2006/relationships/extended-properties" Target="/docProps/app.xml" Id="R0d470c5f54b74b24" /><Relationship Type="http://schemas.openxmlformats.org/officeDocument/2006/relationships/officeDocument" Target="/ppt/presentation.xml" Id="R04a7af3f06c042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40883fba904a82"/>
  </p:sldMasterIdLst>
  <p:notesMasterIdLst>
    <p:notesMasterId xmlns:r="http://schemas.openxmlformats.org/officeDocument/2006/relationships" r:id="R3f8d25734f3d4f87"/>
  </p:notesMasterIdLst>
  <p:sldIdLst>
    <p:sldId xmlns:r="http://schemas.openxmlformats.org/officeDocument/2006/relationships" id="256" r:id="Rfd5f550a8a894ec0"/>
    <p:sldId xmlns:r="http://schemas.openxmlformats.org/officeDocument/2006/relationships" id="257" r:id="R1159092e45da445c"/>
    <p:sldId xmlns:r="http://schemas.openxmlformats.org/officeDocument/2006/relationships" id="258" r:id="R349cd0d117a44a84"/>
    <p:sldId xmlns:r="http://schemas.openxmlformats.org/officeDocument/2006/relationships" id="259" r:id="R98ce0230751f4501"/>
    <p:sldId xmlns:r="http://schemas.openxmlformats.org/officeDocument/2006/relationships" id="260" r:id="R93f07ad42026412c"/>
    <p:sldId xmlns:r="http://schemas.openxmlformats.org/officeDocument/2006/relationships" id="261" r:id="R24a9836f180247ca"/>
    <p:sldId xmlns:r="http://schemas.openxmlformats.org/officeDocument/2006/relationships" id="262" r:id="Rd02323738b754bf1"/>
    <p:sldId xmlns:r="http://schemas.openxmlformats.org/officeDocument/2006/relationships" id="263" r:id="R3cb576461fa845cd"/>
    <p:sldId xmlns:r="http://schemas.openxmlformats.org/officeDocument/2006/relationships" id="264" r:id="R80b2fdd0be0b4c5d"/>
    <p:sldId xmlns:r="http://schemas.openxmlformats.org/officeDocument/2006/relationships" id="265" r:id="R5a833c12384e4f07"/>
    <p:sldId xmlns:r="http://schemas.openxmlformats.org/officeDocument/2006/relationships" id="266" r:id="Ra3d8cbcdb1e048b9"/>
    <p:sldId xmlns:r="http://schemas.openxmlformats.org/officeDocument/2006/relationships" id="267" r:id="R07642caedbdc453a"/>
    <p:sldId xmlns:r="http://schemas.openxmlformats.org/officeDocument/2006/relationships" id="268" r:id="Rcbc8339dbff440b3"/>
    <p:sldId xmlns:r="http://schemas.openxmlformats.org/officeDocument/2006/relationships" id="269" r:id="R0e6cf3dd3dec48be"/>
    <p:sldId xmlns:r="http://schemas.openxmlformats.org/officeDocument/2006/relationships" id="270" r:id="Red72496e6c0044c2"/>
    <p:sldId xmlns:r="http://schemas.openxmlformats.org/officeDocument/2006/relationships" id="271" r:id="Rdcdaa95645564f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8bd4d4ef7c4d46" /><Relationship Type="http://schemas.openxmlformats.org/officeDocument/2006/relationships/slideMaster" Target="/ppt/slideMasters/slideMaster1.xml" Id="Rba40883fba904a82" /><Relationship Type="http://schemas.openxmlformats.org/officeDocument/2006/relationships/notesMaster" Target="/ppt/notesMasters/notesMaster1.xml" Id="R3f8d25734f3d4f87" /><Relationship Type="http://schemas.openxmlformats.org/officeDocument/2006/relationships/presProps" Target="/ppt/presProps.xml" Id="R9a68dcb318da4f49" /><Relationship Type="http://schemas.openxmlformats.org/officeDocument/2006/relationships/viewProps" Target="/ppt/viewProps.xml" Id="R15c2feb5b6a940ea" /><Relationship Type="http://schemas.openxmlformats.org/officeDocument/2006/relationships/tableStyles" Target="/ppt/tableStyles.xml" Id="R660b1517323e4525" /><Relationship Type="http://schemas.openxmlformats.org/officeDocument/2006/relationships/slide" Target="/ppt/slides/slide1.xml" Id="Rfd5f550a8a894ec0" /><Relationship Type="http://schemas.openxmlformats.org/officeDocument/2006/relationships/slide" Target="/ppt/slides/slide2.xml" Id="R1159092e45da445c" /><Relationship Type="http://schemas.openxmlformats.org/officeDocument/2006/relationships/slide" Target="/ppt/slides/slide3.xml" Id="R349cd0d117a44a84" /><Relationship Type="http://schemas.openxmlformats.org/officeDocument/2006/relationships/slide" Target="/ppt/slides/slide4.xml" Id="R98ce0230751f4501" /><Relationship Type="http://schemas.openxmlformats.org/officeDocument/2006/relationships/slide" Target="/ppt/slides/slide5.xml" Id="R93f07ad42026412c" /><Relationship Type="http://schemas.openxmlformats.org/officeDocument/2006/relationships/slide" Target="/ppt/slides/slide6.xml" Id="R24a9836f180247ca" /><Relationship Type="http://schemas.openxmlformats.org/officeDocument/2006/relationships/slide" Target="/ppt/slides/slide7.xml" Id="Rd02323738b754bf1" /><Relationship Type="http://schemas.openxmlformats.org/officeDocument/2006/relationships/slide" Target="/ppt/slides/slide8.xml" Id="R3cb576461fa845cd" /><Relationship Type="http://schemas.openxmlformats.org/officeDocument/2006/relationships/slide" Target="/ppt/slides/slide9.xml" Id="R80b2fdd0be0b4c5d" /><Relationship Type="http://schemas.openxmlformats.org/officeDocument/2006/relationships/slide" Target="/ppt/slides/slide10.xml" Id="R5a833c12384e4f07" /><Relationship Type="http://schemas.openxmlformats.org/officeDocument/2006/relationships/slide" Target="/ppt/slides/slide11.xml" Id="Ra3d8cbcdb1e048b9" /><Relationship Type="http://schemas.openxmlformats.org/officeDocument/2006/relationships/slide" Target="/ppt/slides/slide12.xml" Id="R07642caedbdc453a" /><Relationship Type="http://schemas.openxmlformats.org/officeDocument/2006/relationships/slide" Target="/ppt/slides/slide13.xml" Id="Rcbc8339dbff440b3" /><Relationship Type="http://schemas.openxmlformats.org/officeDocument/2006/relationships/slide" Target="/ppt/slides/slide14.xml" Id="R0e6cf3dd3dec48be" /><Relationship Type="http://schemas.openxmlformats.org/officeDocument/2006/relationships/slide" Target="/ppt/slides/slide15.xml" Id="Red72496e6c0044c2" /><Relationship Type="http://schemas.openxmlformats.org/officeDocument/2006/relationships/slide" Target="/ppt/slides/slide16.xml" Id="Rdcdaa95645564f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44442cbd3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bb7457bc94b32" /><Relationship Type="http://schemas.openxmlformats.org/officeDocument/2006/relationships/notesMaster" Target="/ppt/notesMasters/notesMaster1.xml" Id="R0e82aa52a129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414874a82448ea" /><Relationship Type="http://schemas.openxmlformats.org/officeDocument/2006/relationships/notesMaster" Target="/ppt/notesMasters/notesMaster1.xml" Id="R57b239a084504f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95f5b2678245fb" /><Relationship Type="http://schemas.openxmlformats.org/officeDocument/2006/relationships/notesMaster" Target="/ppt/notesMasters/notesMaster1.xml" Id="Rc3365bc0838343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8ce01b11c8433e" /><Relationship Type="http://schemas.openxmlformats.org/officeDocument/2006/relationships/notesMaster" Target="/ppt/notesMasters/notesMaster1.xml" Id="Rd3c438f0812740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7d05af873b486c" /><Relationship Type="http://schemas.openxmlformats.org/officeDocument/2006/relationships/notesMaster" Target="/ppt/notesMasters/notesMaster1.xml" Id="R7099b29b6f0b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d8d59f2f6446f3" /><Relationship Type="http://schemas.openxmlformats.org/officeDocument/2006/relationships/notesMaster" Target="/ppt/notesMasters/notesMaster1.xml" Id="R6dadfaafffab40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efbae727b24839" /><Relationship Type="http://schemas.openxmlformats.org/officeDocument/2006/relationships/notesMaster" Target="/ppt/notesMasters/notesMaster1.xml" Id="Rb9df24404a3d46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f9762241774256" /><Relationship Type="http://schemas.openxmlformats.org/officeDocument/2006/relationships/notesMaster" Target="/ppt/notesMasters/notesMaster1.xml" Id="Raee17a6071ad4f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27e274106140d2" /><Relationship Type="http://schemas.openxmlformats.org/officeDocument/2006/relationships/notesMaster" Target="/ppt/notesMasters/notesMaster1.xml" Id="Rc7b1cebb27174b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13692e85ad4dff" /><Relationship Type="http://schemas.openxmlformats.org/officeDocument/2006/relationships/notesMaster" Target="/ppt/notesMasters/notesMaster1.xml" Id="R022beeff9f1c47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dee451cfb64320" /><Relationship Type="http://schemas.openxmlformats.org/officeDocument/2006/relationships/notesMaster" Target="/ppt/notesMasters/notesMaster1.xml" Id="R039b7c0a9cde4a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25d8f2b07c48ff" /><Relationship Type="http://schemas.openxmlformats.org/officeDocument/2006/relationships/notesMaster" Target="/ppt/notesMasters/notesMaster1.xml" Id="R55f0319f3c1244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39e1279a3e4999" /><Relationship Type="http://schemas.openxmlformats.org/officeDocument/2006/relationships/notesMaster" Target="/ppt/notesMasters/notesMaster1.xml" Id="Rae13bed4a9d148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fa8e6b07304e9b" /><Relationship Type="http://schemas.openxmlformats.org/officeDocument/2006/relationships/notesMaster" Target="/ppt/notesMasters/notesMaster1.xml" Id="R1a935649903241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9d7b0b01cf401c" /><Relationship Type="http://schemas.openxmlformats.org/officeDocument/2006/relationships/notesMaster" Target="/ppt/notesMasters/notesMaster1.xml" Id="R8cffe90df79b45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8ce1702a46455c" /><Relationship Type="http://schemas.openxmlformats.org/officeDocument/2006/relationships/notesMaster" Target="/ppt/notesMasters/notesMaster1.xml" Id="R11628cdfd40f4e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b12798d21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5282eee564876" /><Relationship Type="http://schemas.openxmlformats.org/officeDocument/2006/relationships/slideLayout" Target="/ppt/slideLayouts/slideLayout1.xml" Id="Rbd9681e425a345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681e425a345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ae8117a4e430f" /><Relationship Type="http://schemas.openxmlformats.org/officeDocument/2006/relationships/notesSlide" Target="/ppt/notesSlides/notesSlide1.xml" Id="R11dcaac7a2084d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5c94611884461" /><Relationship Type="http://schemas.openxmlformats.org/officeDocument/2006/relationships/notesSlide" Target="/ppt/notesSlides/notesSlide2.xml" Id="R835b39e88215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7b84262df4fb5" /><Relationship Type="http://schemas.openxmlformats.org/officeDocument/2006/relationships/notesSlide" Target="/ppt/notesSlides/notesSlide3.xml" Id="R941e8344f9eb42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2d07d1d12465e" /><Relationship Type="http://schemas.openxmlformats.org/officeDocument/2006/relationships/notesSlide" Target="/ppt/notesSlides/notesSlide4.xml" Id="R1234f80596ed4f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198ddd1cb4acb" /><Relationship Type="http://schemas.openxmlformats.org/officeDocument/2006/relationships/notesSlide" Target="/ppt/notesSlides/notesSlide5.xml" Id="R3e19c042d89e4b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667099a1e4614" /><Relationship Type="http://schemas.openxmlformats.org/officeDocument/2006/relationships/notesSlide" Target="/ppt/notesSlides/notesSlide6.xml" Id="R927c360cb90b4f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e9568f19d46e9" /><Relationship Type="http://schemas.openxmlformats.org/officeDocument/2006/relationships/notesSlide" Target="/ppt/notesSlides/notesSlide7.xml" Id="R741d6dd344da40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55d9ee4814372" /><Relationship Type="http://schemas.openxmlformats.org/officeDocument/2006/relationships/image" Target="/ppt/media/image.png" Id="R28a8fc1f1e73482f" /><Relationship Type="http://schemas.openxmlformats.org/officeDocument/2006/relationships/notesSlide" Target="/ppt/notesSlides/notesSlide8.xml" Id="R42c3eea0e5ca43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42e9871d448c4" /><Relationship Type="http://schemas.openxmlformats.org/officeDocument/2006/relationships/notesSlide" Target="/ppt/notesSlides/notesSlide9.xml" Id="R28e2cf70e61f40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2ffcfbf34ff9" /><Relationship Type="http://schemas.openxmlformats.org/officeDocument/2006/relationships/notesSlide" Target="/ppt/notesSlides/notesSlide10.xml" Id="Rf5d9f2581f344d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6c7781e0a4011" /><Relationship Type="http://schemas.openxmlformats.org/officeDocument/2006/relationships/notesSlide" Target="/ppt/notesSlides/notesSlide11.xml" Id="Rc2a5370fbc3a43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f64e075fd4fe5" /><Relationship Type="http://schemas.openxmlformats.org/officeDocument/2006/relationships/notesSlide" Target="/ppt/notesSlides/notesSlide12.xml" Id="R0001fe9732fc4c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513fd5307467a" /><Relationship Type="http://schemas.openxmlformats.org/officeDocument/2006/relationships/notesSlide" Target="/ppt/notesSlides/notesSlide13.xml" Id="R05c623380df048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ecd600b3040eb" /><Relationship Type="http://schemas.openxmlformats.org/officeDocument/2006/relationships/notesSlide" Target="/ppt/notesSlides/notesSlide14.xml" Id="Raa2fd3b3d2cc48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f86e5a0a044e4" /><Relationship Type="http://schemas.openxmlformats.org/officeDocument/2006/relationships/notesSlide" Target="/ppt/notesSlides/notesSlide15.xml" Id="R23753af48bf94b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f96e6ebb0419b" /><Relationship Type="http://schemas.openxmlformats.org/officeDocument/2006/relationships/notesSlide" Target="/ppt/notesSlides/notesSlide16.xml" Id="Re1e156874d0e41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8DA32-CC44-46DA-800B-2274A8D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A1B5A-D09B-459A-B1B0-F34CA93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8436C-B316-4BB0-AD00-964FF9B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DCAB1-F4DF-4B80-A121-89D1D69E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CEC45-01A1-4895-BCAD-DEC9A9F5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66CCC-9E42-45A8-9C0B-D2BE1DC0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게임 콘텐츠 제작·운영 도구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9E1B9-B428-4FA4-A336-E1D773A3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유니온잼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사업소개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326A4-54BF-4B9D-B07F-DD9E436B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IDLE Forge로 콘텐츠 제작 시간을 줄이고,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닌자 서바이벌 2로 실제 출시 가능성을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19436-040E-420F-83B6-6C2B3F31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B4D6B-2B2E-44F1-AB70-360E50BA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IDLE Forge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2B640-71CB-480D-B605-C3BBF89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910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71AE6-BF81-4B22-B7B6-B9D8651A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910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닌자 서바이벌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C4392-C2D5-4926-921F-D63D4AF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F977D-2AD5-404E-B555-A8448EE2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햄스터키우기 웹 프로토타입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8F4E1-DC19-4E99-8D0C-955D0429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38200"/>
            <a:ext cx="3143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FF5C0-F7FF-4F18-AD3B-21DD9157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81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사업 구조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F1E19-1F92-4D56-A256-B78D1A7A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AB1C5-EE10-4C3B-A6E9-08800849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0A2DB-CFE4-4541-887E-1355F4F3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콘텐츠 초안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E8A16-5471-48AC-BCB7-8E3A1D8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0032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6799E-FE42-4588-A154-653B12FC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90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6ABC2-21D4-4F56-A07A-F05320CE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90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게임 적용 데이터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EFA9F-4E0A-4DB9-A859-1E14A3E4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2902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B70DD-7FE3-4351-9851-B044C8C9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FE3B4-140D-4EC4-A151-F1CB7883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자체 게임과 공급형 도구</a:t>
            </a:r>
          </a:p>
        </p:txBody>
      </p:sp>
    </p:spTree>
    <p:extLst>
      <p:ext uri="{BB962C8B-B14F-4D97-AF65-F5344CB8AC3E}">
        <p14:creationId xmlns:p14="http://schemas.microsoft.com/office/powerpoint/2010/main" val="1035559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F62742-298B-44AB-855F-AFD09781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27675-44E3-40CE-B79B-B088B597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92B6F-0ACB-4113-9D7C-25DD26F6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4446E-8E2F-426F-AEB3-143DE08F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BE5D7-BB36-41BC-8B2A-65E1221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50290-9BE1-4B87-BDD7-9E508D37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139F9-F1EB-446D-BC74-FBA6E837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유니온잼은 도구와 게임을 함께 만드는 팀입니다.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56983-D423-4FB6-97C9-C3B329E9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먼저 플레이 가능한 결과물을 만들고, 그 과정에서 도구의 쓸모를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CA282-1B2B-429C-AF8B-461A174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00264-4BC2-43F1-8B1D-DEBF6299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876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E076C-068E-4F73-97CD-697885FD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E799C-F902-4B16-AB09-C50D9A94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35793-2481-439C-8A29-994CE961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IDLE Forge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66937-C8F5-415A-97AE-FF870A43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2152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콘텐츠 초안을 게임 데이터와 적용 패키지로 정리합니다.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4F5D4-B2F4-4557-82B6-A86C7A10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76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C6E2E-77EF-4977-909D-6D471D7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62ED7-3921-4798-A5B1-2F8427B0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A92AA-E259-40FF-AEB4-CE616263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닌자 서바이벌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22662-A1A6-4C72-AE58-F2CBAFBF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2152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서바이벌 액션에서 성장·4X 전략으로 확장하는 모바일 게임입니다.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1E369-0540-4976-B9AC-FC4B2DC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876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CE70C-BBBC-4426-972D-67A71F45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9525">
            <a:solidFill>
              <a:srgbClr val="E86E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FA5C9-17A1-42F8-A1FE-403C065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44510-2FED-4E4D-88C2-26A79E9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웹 프로토타입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2006EB-5FBD-4866-82F1-BA947534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2152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성장형 게임 구조를 실제 플레이 화면으로 확인한 사례입니다.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0D92B-9E3A-465C-996A-2DB71226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C4CB4-7F6A-4EE5-B06F-BE6CF1C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도구를 직접 쓰고, 게임 결과로 증명한 뒤, 외부 팀에 제공</a:t>
            </a:r>
          </a:p>
        </p:txBody>
      </p:sp>
    </p:spTree>
    <p:extLst>
      <p:ext uri="{BB962C8B-B14F-4D97-AF65-F5344CB8AC3E}">
        <p14:creationId xmlns:p14="http://schemas.microsoft.com/office/powerpoint/2010/main" val="19767327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BF37F-99BB-4F1E-9CCB-CA78326A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0A96D-CB63-4C0D-B849-56BA6287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140BC-091D-4DDA-88EB-DB1EE99F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A1289-38B1-41C7-8EC0-602E8F74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EB141-4F04-426B-B2A7-396D6F29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1744A-D21E-4368-B96B-2734D1BC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WHY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5933A-8E2C-4982-842F-6DEE12B7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소규모 게임팀의 병목은 아이디어보다 반복 제작입니다.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1262D-96EB-42A7-BF80-5360E4A4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콘텐츠가 많아질수록 데이터화, 검수, 빌드 반영, 업데이트 준비가 속도를 결정합니다.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B2E3D-06F9-4BDA-9C1B-8AA6C787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4FBCB-78F0-4908-8B4D-E2966D84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6EC68-DDBF-4642-B4C8-E78E8A25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5628E-2353-4273-B7EE-EB13980F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07C15-CC39-4101-93B2-08F9025E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기획 초안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C3040-6185-4407-A66D-FBE4AEB7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485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캐릭터, 몬스터, 스킬, 보상 방향을 빠르게 늘려야 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86B35-969B-4C1F-878E-41D246A5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76B32-2AE4-4DCD-A5B3-0C11DFC2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94E28-8556-4224-9E90-CB747DBC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4B165-CCFA-4B18-A7CB-47B249A6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24125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데이터 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4F6B4-78EB-4209-BC2A-B79F6C48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485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문서 속 아이디어를 실제 게임 구조에 맞게 바꾸는 시간이 큽니다.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DFE0A-1182-4B4C-871D-AC7AE0AD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81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AB6E5-DA79-4CF1-831A-FA1A0F34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81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2C238-2CB2-4BF8-8AE9-71A2198D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C6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5C64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4DC90-8624-468A-A87F-91217CBA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품질 검수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F0D77-BDC7-4ECB-9FEA-6F6E880F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1485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밸런스, 중복, 세계관, 성장 곡선을 사람이 판단해야 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C3D82-EE8F-4D8E-9568-929276A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A1E1C-BE9C-41F4-B112-D6BFB96E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7BD27-E393-4A6B-91A4-6C48D8A9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4D361-3DFE-4E58-BE46-BEE0E8D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24125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빌드 반영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3BF0D-FA16-47C3-AA4C-FFFBD7A8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1485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클라이언트와 서버에 넣을 수 있는 형태로 다시 준비해야 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D72AF-4E25-4EC4-AB6E-6E766C61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76C15C-AF6A-4E8F-9E5D-E14FF442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720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2D3AA4-1CAE-4CED-80B6-C8B0C0D7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기획과 개발 사이의 반복 손실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438F1B-5601-41D4-94F5-2F73100C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482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D92E2-7E71-47C8-911B-126D2E11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720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기회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84B834-7DBB-4C64-937F-A8D175B1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387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콘텐츠 초안을 게임 데이터로 전환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8290B9-E3FE-49D8-A59E-EAD9AA2C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BE5BAA-2AD9-4D2E-ADC7-B5FABD3F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720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rPr>
              <a:t>목표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694539-9811-496B-B3AC-B151045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작은 팀도 꾸준히 업데이트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901E50-608D-4BFD-B478-9D403DB8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4360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IDLE Forge는 이 반복 업무를 줄이는 제작 도구입니다.</a:t>
            </a:r>
          </a:p>
        </p:txBody>
      </p:sp>
    </p:spTree>
    <p:extLst>
      <p:ext uri="{BB962C8B-B14F-4D97-AF65-F5344CB8AC3E}">
        <p14:creationId xmlns:p14="http://schemas.microsoft.com/office/powerpoint/2010/main" val="5229393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3332F-778E-4B0A-8486-48A05DB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9B85D-7CDB-4221-B24B-EA2A62AB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4D515-98F6-4B05-83E9-D4CE7BBA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40926-E974-456F-B59A-6CCE149F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270BE-6665-4B46-8631-49480EF6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B3122-7760-4D71-AD04-0307D953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711BF-1595-423D-BA2B-0457EDAB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IDLE Forge는 콘텐츠 초안을 게임 데이터로 정리하는 제작 도구입니다.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FBE60-0035-4DC8-AA9F-C7F6179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기획 문장에서 시작해 데이터, 검수 리포트, 적용 패키지까지 이어집니다.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A5BB8-F1E6-4CC8-B9D4-5E54AC20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D4183-83D8-4425-A492-FA80306B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67559-2786-4227-BB67-CA3E461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기획 문장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0BEE7-B11B-4FEB-8FAD-B96D924D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1465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A9D22-A22D-4858-B350-EC998ECC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32C17-861C-45A9-AE60-4A94D736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콘텐츠 초안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9C01D-0E88-4D8A-B885-72E3EE56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1465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F80A6-9A4D-4749-A4F5-30829F61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840D7-5AA4-4F64-827C-2FE99A12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게임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0191E-A0C8-403C-9229-E9C34EB9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1465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FAA6C-2437-4F9D-A2D9-7D3C1CBE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52D47-59CA-477F-B82C-A3D3774A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검수 리포트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4FA71-23F2-4C20-A80C-96BD64C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1465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D7CA8-F632-46D7-8705-4F4DD58B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89675-33B6-4ABA-9977-A94D89B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적용 패키지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2F84E-D6F9-4E51-81F2-AE78608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371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3AA3C6-996C-4750-9827-B7EA718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434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생성 대상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9F7DC9-4DCA-45AC-897D-CA5810BE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81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3E27C-56C0-4E76-9338-9A7A0C0D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아이템·몬스터·스킬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A7EAE-47F6-4030-888B-A470845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6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9AFDB-FA63-4DD6-923E-F0DB9DF3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864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맵·보상·이벤트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444D05-2D3A-4B87-8E3F-77263747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371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0D5346-1E8B-4A39-8092-AEBCDAEB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rPr>
              <a:t>검수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BC1F62-7FDB-4BB4-8EC5-6A820582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181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3F4B19-F2C9-41EB-98B8-92397E9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054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밸런스·중복·세계관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F62A4E-1EEC-43E2-B347-75762E67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56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E3A218-0881-45B5-A1E3-8FB8F9F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864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성장 곡선·드롭률</a:t>
            </a:r>
          </a:p>
        </p:txBody>
      </p:sp>
    </p:spTree>
    <p:extLst>
      <p:ext uri="{BB962C8B-B14F-4D97-AF65-F5344CB8AC3E}">
        <p14:creationId xmlns:p14="http://schemas.microsoft.com/office/powerpoint/2010/main" val="9664034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01C95-F002-440B-B6D0-A10CF201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18C1B-9FE7-4746-B307-541B5C18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3EF56-9BAC-4224-91ED-A5984733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67F4E-EFD9-4BB1-9B89-CBD2D1DB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793AB-7D87-4022-B3DF-01B3153F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E9E4C-C447-420F-A352-1FBD9CDE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IDLE FORGE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3EC1E-1C69-4A04-98B6-E6E77AC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IDLE Forge는 기획, 데이터 정리, 검수, 적용 준비를 한 흐름으로 묶습니다.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67E9C-3F96-4C98-AB90-B3E4D6E4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게임팀이 매번 손으로 반복하던 일을 실제 개발 순서에 맞게 정리합니다.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132B6-F0DB-465C-B41D-1197FFF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C9977-FEAF-4F4D-9C32-43C5C5F9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09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B0240-0953-46DB-AC56-0D6C4F5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EBF42-5612-4932-A9A7-23C76245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기획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6E4F7-D008-4CDB-9BE2-77ED5E3D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623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35BD2-0109-4E16-9DAB-11D37DC3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77E8D-1EC9-4681-A26A-3A0C8EC4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초안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13889-2377-4EAF-9D22-9F2C47BA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AA2CD-3FE2-4DCF-9001-56D1F39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DA829-A434-47BF-AFC9-ACBFEDD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데이터 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BE36F-00BC-4B68-BF93-57E740A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0C81A-8848-4C5C-89B1-F162ACF3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A8D9E-F15F-43F5-828C-6B274CE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밸런스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4F481-9164-47C8-BF57-553B6392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DA7F3-6230-48A6-A0F8-9B53499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EFE93-00E2-4D74-8ADB-52948AEA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Unity·서버 적용 준비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546C7-A38C-427B-AE2B-41A331A7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담당자 검수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0D5C94-A3BD-4FE5-9F9F-B2E586D1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290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5F6CC-5D76-4C0F-A274-67A3375E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초안을 그대로 넣지 않고, 담당자가 판단할 지점을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0235725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6F6E35-E8A1-4412-B3C2-CA4702C5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DE302-7702-4306-A846-544EF19C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BDAF3-FE95-4145-A569-2B883915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07097-FC94-4A97-A0D9-59BC007A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6F77B-D5E9-4AD2-B542-5279E102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107F9-19BE-4560-90B0-E47E2520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PRODUCTION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0B35A-32FD-49AA-BEB4-DB9B3660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핵심은 자동화가 아니라 반복 작업을 줄이는 제작 흐름입니다.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CB0D2-428A-4D3A-879E-BE950E6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초안을 담당자가 확인할 수 있는 단위로 나누고, 실제 게임에 넣을 형태로 정리합니다.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5858C-6673-46E6-87F9-75509CDB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E9953-D8E9-49D5-84C7-6BAB0B3D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B0FA2-4A79-4541-8088-E8B1EB92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초안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EFF74-E8A7-433F-9F19-FE03AE28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C8F7B-9B00-429E-AEEE-E2188920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4F76E-C81D-4AC8-84C9-9FB31A5B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검수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F56F7-F72E-47C9-A211-E3CD8CB3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6F35A-76B5-496A-9E47-47B14A8C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289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0CED4-D5F9-4B5F-AA38-2D3B52E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289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시뮬레이션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EAD79-B822-4C0B-8391-30347284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7683C-77B5-44EF-82E5-C163E48E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9C58B-F0C0-4A08-B013-02D47AA0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빌드 적용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91A15-3CEF-471A-B0FB-06EE5BE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AD9D6-9B67-414E-AB24-9DC2667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9525">
            <a:solidFill>
              <a:srgbClr val="E86E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5DCF0-9A91-428B-B775-C9D224B7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지표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731973-EC76-4C03-9388-2DCAC359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CF6AF-D9D2-459A-A0C1-5E2E428C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빠르게 늘릴 수 있는 영역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22D07-ABE0-44F2-BDBD-04EDD8EB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DEE98-D296-4812-9F77-95EF8249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콘텐츠 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31565-3AC6-4AF7-AC61-9FCB276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00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B2C37-75AA-42B0-B586-5366D4F5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수치 초안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0BFDC9-9D1F-459F-B50D-4C53824E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C3CAA-435A-42D3-A277-446C31F2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변형안 비교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FD8E4C-1B96-43ED-86B2-B45FF80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718CD3-D2D0-4683-883A-FBC7CE03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05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rPr>
              <a:t>담당자가 판단하는 영역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267054-E8C6-447D-8AA9-1A715597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E9FDD2-1BBB-4257-85B8-68AEAF3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재미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BD4881-8D5B-4D3B-812E-8256A55C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00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53EB2E-FF5F-48C5-BF10-41419A2F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244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세계관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B84126-7888-4032-9C1C-ABD01A81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2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9753D7-E834-4C2C-AEDF-D7B34314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483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우선순위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50EDA7-EA08-4F28-87E7-3C410364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398F6C-7120-4606-8B4C-5A2C3D2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rPr>
              <a:t>게임 안에 쌓이는 영역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FEB273-53C7-42AD-8267-0FE76F66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75DA8E-14D5-492C-8A99-75A9B060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운영 지표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624C76-50A3-42D3-8E65-69C3A7CE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00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F66F51-F83D-4941-B016-B6D67D01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244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생산성 지표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FB6B4C-0D85-459F-81E2-E0274FFA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2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EF2D95-221B-470A-B3E7-22B47EA1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483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업데이트 기록</a:t>
            </a:r>
          </a:p>
        </p:txBody>
      </p:sp>
    </p:spTree>
    <p:extLst>
      <p:ext uri="{BB962C8B-B14F-4D97-AF65-F5344CB8AC3E}">
        <p14:creationId xmlns:p14="http://schemas.microsoft.com/office/powerpoint/2010/main" val="6007742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33784-2A76-4369-BEE3-8CC065FF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A7C97-8F60-4032-A38C-073375F8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7CDD4-2E03-419D-9BF8-07A1511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6BA97-F42E-4F9E-A9D0-26B7FAEB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94B63-A255-4B5C-9155-57585998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D8D63-23C2-49B8-A52F-65234B1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75725-50E8-4B19-A6BE-896250A9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IDLE Forge의 산출물은 게임 제작에 바로 이어지는 작업 단위입니다.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1C9B1-86E6-4D10-84BF-68EBCE45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다시 옮겨 적는 일을 줄이고, 검수 결과를 다음 업데이트에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0CA90-067B-4603-B096-5A990E3A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56E84-0D44-44F6-B492-7D048A7C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6BAB2-75AC-444E-990F-15B756F6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A8ADA-BAAD-4B90-9653-B021483C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게임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7839D-9B17-47E6-BDCB-4F48D86C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BC023-AABB-49A8-81DE-20A1042C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아이템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DA4C4-C8CE-4C71-A8F3-37C5289C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934C8-9349-4559-956B-9028977F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몬스터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AAF78-3391-4545-8D69-353E520B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9D472-F90E-4F64-979F-88314CF1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스킬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0E816-B6BA-4555-81AB-5D0CAE1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4BA02-D360-4159-8F55-B76CA99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보상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9E53C-4A0E-4E5E-BACC-1FC5E1A5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7DE3C-DC98-4C71-8CF3-9D4B8B20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5FAE9-9790-4F40-A5D5-9BCA2798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검수 리포트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BFF29-6490-470E-A341-D00D276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14702-CCA2-4010-AF85-73699E94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957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밸런스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43EBE-A727-4707-A7CF-D9487FDE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252AD-A033-4268-9870-56F57149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BB7BE-FCCB-4923-8EFC-C7DD5588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59BD89-93DB-4D2F-8A73-0B0C0F50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성장 곡선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6DF96-574F-4FF9-BFED-905F968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E3921C-FF2D-4686-B355-C8048AC6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01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드롭률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D5E361-B646-4DB8-AA58-E2D4CE05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B25D05-B633-4BEF-B9EC-18985F6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99BF7-A5EC-4B3E-AEF4-60F990E4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적용 패키지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94ED5-B97C-433C-AF79-8776C6A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2F66B4-32C0-4D89-8FA5-B9CED5D3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Unity 데이터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08D414-AB9E-48F6-83DB-A8FC4B6A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390E9-90D0-43DD-8B7A-218173F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서버 데이터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A9746-DC81-4029-BD0D-7B566A6E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3D9AC5-8199-4419-9120-4EBEE6A4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테스트 빌드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010465-AAF7-4B1C-9B58-95D760A7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0E76F1-DFA5-452A-80B5-6635B06E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101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릴리즈 묶음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171CE0-B62C-4F75-9D2F-3FB5A70B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1DDC9E-E8A7-4FA8-9D7F-5CEA4B1D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9525">
            <a:solidFill>
              <a:srgbClr val="E86E5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680931-5BED-43BA-BF8D-BE94569C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기록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7C6BFD-2C1E-4A14-AAF0-8D9EAAD7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F3CDFA-4199-49F1-B13E-870DCDCA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업데이트 단위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B5B834-A677-4329-8CB9-2A80008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F38910-E2CC-482B-9AC0-E424DB17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수정 이력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09265A-27A6-4AB8-9B73-E06E268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6A92B7-8913-45A5-BBC5-231C55E6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지표 연결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7B39B1-EF0B-41D6-8CC0-090491CD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62712B-E851-44BF-89C6-2E7FEBAE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101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다음 개선안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3192B0-DA3D-43E4-A701-E1697F69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912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핵심은 초안을 실제 게임 제작 자산으로 정리하는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20544821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FB407-C5B7-4FAB-B6BC-CCC2F80C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EA3DF-146E-4014-BB93-E857C867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5D990-08ED-45D1-8DDB-E690A8A6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2BD4C-8B59-449D-99AE-99EC80F9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0CEB-12D6-44E0-9AFC-22FFA5AB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447C0-C951-4AA0-8FDF-0CF1DC8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PROTOTYPE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B1729-88EB-4FCD-B8F5-8D3E5A79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햄스터키우기 웹 프로토타입은 실제로 플레이할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AE576-C36C-4A10-8EB6-5B7A99A3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버섯커 키우기류 성장형 게임을 모티브로 제작한 웹 버전입니다.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E0FE7-83BF-4393-A002-9BCD5B7B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428C4-7023-43C9-A568-3F296D81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2575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B13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8fc1f1e73482f"/>
          <a:stretch xmlns:a="http://schemas.openxmlformats.org/drawingml/2006/main"/>
        </p:blipFill>
        <p:spPr>
          <a:xfrm xmlns:a="http://schemas.openxmlformats.org/drawingml/2006/main">
            <a:off x="1253331" y="2190750"/>
            <a:ext cx="2389188" cy="4000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4214B-A0AE-4C6A-B381-C584A06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95550"/>
            <a:ext cx="4762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7CCD5-207D-43D0-B1B8-A2CA375B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확인한 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9271F-8ECC-4726-8DA8-5B85ED3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5B946-161D-49D9-8D45-0AE635A8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29000"/>
            <a:ext cx="369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전투 화면과 성장 메뉴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76245-1C4C-4C90-BADF-04095234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38A59-4CC4-4453-9824-4221A238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10000"/>
            <a:ext cx="369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장비·퀘스트·업적·보상 구조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B798D-8E07-4731-869D-F51915C8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DCCDF-FCD9-4630-880E-8F3B9D6B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91000"/>
            <a:ext cx="369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웹에서 빠르게 플레이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6C867-A5B4-4653-99CB-6CEDB46C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4F38E-1E86-450F-AC75-DC2BB453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0"/>
            <a:ext cx="369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모바일 개발 전 구조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83711-5C97-4CE8-AF6C-5F0237BD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673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84D30-5102-4087-A58B-F0228346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673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https://phaser-web-production.up.railway.app/</a:t>
            </a:r>
          </a:p>
        </p:txBody>
      </p:sp>
    </p:spTree>
    <p:extLst>
      <p:ext uri="{BB962C8B-B14F-4D97-AF65-F5344CB8AC3E}">
        <p14:creationId xmlns:p14="http://schemas.microsoft.com/office/powerpoint/2010/main" val="11245563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CD800-0BD7-4798-9838-B7E756D2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FAF8E-5DBA-4293-8A88-67FDF029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F596B-8274-4A0D-B0D6-29E45163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0A433-7DF1-4B49-A086-371C574A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CC78B-795A-493D-AFDF-D188C372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6AF49-E4AA-4271-8838-B627F546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IN-HOUSE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8533E-4A04-471C-B50D-2740BB64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닌자 서바이벌 2는 IDLE Forge를 실제 제작에 쓰는 첫 모바일 게임입니다.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901A5-4353-4B1C-BE84-93CCD8F2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도구가 게임 제작 속도와 품질에 도움이 되는지 이 프로젝트에서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3C67E-B5E5-49C3-AF4F-62017D10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93AB7-4B5A-4324-BEF9-8F6F2AB4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F73AB-86B8-4C08-8A26-E49D6F32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381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닌자 서바이벌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E5627-8190-4CFC-B2AC-C1C2B56C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371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짧은 전투, 반복 성장, 영지 발전, 연맹 경쟁으로 이어지는 모바일 신작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A6E23-AD59-4EAB-B9BC-5BD18CA2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9AC29-DBBC-4974-A36C-84881906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350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콘텐츠 제작 흐름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417F6-A2F2-4CE8-AA7A-75432143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45370-7A0C-4FC9-9203-CB4552C8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350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캐릭터·적·스킬·장비·보상 데이터 검수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D4726-D818-40FF-A395-D03CA654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10AC7-A2EC-42C6-B62D-3E782E5C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350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베타/데모 빌드로 시장 반응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E9741-8CA1-4308-A63A-D41C2A8D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6B62A-C58B-4C25-9667-C79E510B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유입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EF774-A9E3-45A4-A004-338E438B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서바이벌 액션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2DAE1-794A-4F29-8930-90A5CC2A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E31C2-DFD5-440C-9112-908358B2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384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rPr>
              <a:t>체류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47F1BC-C33F-43B9-8D2C-67617B70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성장·하우징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AE6AF-0802-4C49-BDBD-1039FAA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B34FA-618C-426B-A745-F58D3894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rPr>
              <a:t>LTV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7C4C6-7652-4831-BF7E-0D29D0FA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4X 전략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3F57C-49D7-4255-BC36-B9746274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EFA8A-5D1B-4C71-A230-08DCECC9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자체 게임으로 제작 속도와 품질을 함께 확인</a:t>
            </a:r>
          </a:p>
        </p:txBody>
      </p:sp>
    </p:spTree>
    <p:extLst>
      <p:ext uri="{BB962C8B-B14F-4D97-AF65-F5344CB8AC3E}">
        <p14:creationId xmlns:p14="http://schemas.microsoft.com/office/powerpoint/2010/main" val="818922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0DF5A4-A61F-4A4A-B299-1913BF2B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22421-4F60-49B0-B45F-872C5C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A1303-EE0C-4116-836B-68DA6E46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D70C0-1309-4B27-BCC3-19F8E0C2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F2620-ED16-464D-9181-034BACC5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B813E-268B-422C-8E00-E32516AF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GAME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5168D-3C8D-4A4C-8579-EA0D8C3C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서바이벌로 유입하고 성장·하우징·4X로 장기 운영을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C1FFE-00AF-4FF4-BD66-98DBEEC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처음은 쉽게, 이후 목표는 길게 가져가는 구조입니다.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8AB2A-F3AC-4EF8-86A4-6A09550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7402F-71B6-4639-857D-3CF74888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D71EF-F9F9-4C96-90D6-1B678EF6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D7E99-595C-44DE-90C8-E403938F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서바이벌 액션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F7159-C8C2-4AD0-84EC-8154F3E2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짧은 세션과 직관적인 전투로 처음 플레이를 쉽게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1FF99-A1EA-4FD6-B5DF-8FFAD42D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766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4EDC1-DD94-439F-9813-C5DBCFD1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B420C-961D-4C31-B040-C16AEEF8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813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64477-5012-49A4-A777-B5CC3602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813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성장·하우징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1100F-88F8-4176-A7EE-5F7E29BF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623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전투 보상을 누적 성장과 꾸미기 목표로 전환합니다.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5FAF9-3259-4C73-8C3F-0FA3B9D3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3207A-1CB9-4707-A1C1-F864C8D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4E5DF-2C1A-4618-AC75-99F2600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9525">
            <a:solidFill>
              <a:srgbClr val="E86E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875D4-64EA-4E18-A46C-B29FE7EE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4X 전략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B1D19-9F5E-4609-9ADE-DBFAD59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연맹, 점령, 시즌 경쟁으로 장기 목표를 만듭니다.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682B48-4578-47D3-A96E-50BFA71B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95900"/>
            <a:ext cx="790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4062C-0711-4390-889F-8D71B867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43550"/>
            <a:ext cx="695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캐주얼 유저는 액션으로 시작하고, 성장형 유저는 수집·강화로 재방문하며, 코어 유저는 시즌 경쟁으로 잔류합니다.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5EC10-49A0-4713-B830-A25EFE81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769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캐주얼 → 성장형 → 코어 전략 유저로 확장</a:t>
            </a:r>
          </a:p>
        </p:txBody>
      </p:sp>
    </p:spTree>
    <p:extLst>
      <p:ext uri="{BB962C8B-B14F-4D97-AF65-F5344CB8AC3E}">
        <p14:creationId xmlns:p14="http://schemas.microsoft.com/office/powerpoint/2010/main" val="651772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6F39BD-FD20-41A5-BA2E-9D2BAF43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DE933-D664-4D5F-AB4C-343DD7F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B47A6-2819-4AA4-BE85-856C905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4AAAA-394A-4BB7-908F-3B081CFA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DD6C-9881-4D63-B568-9F8BAE95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B8287-4CEA-4F03-9BD3-4671E375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MARKET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D9149-FC66-4FAD-BF2E-3CCD6F5B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닌자 서바이벌 2는 캐주얼 유입과 4X 장기 잔류 사이를 공략합니다.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B6B78-229C-4B83-B6D4-9E359D22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처음부터 복잡한 전략을 요구하지 않고, 액션과 성장에서 전략 플레이로 넓힙니다.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4F467-7E16-466C-B9C1-0C7770E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842A5-BBE7-4AE5-9C59-25F6CF1C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E3804-B568-40B1-B0EA-0F5DF8D4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17ABF-51B9-435E-AF2D-1C1A2CED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캐주얼 유저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5F237-6D32-4DD8-9C0D-85E0678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8711E-8F0D-44AA-A0AF-16982446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짧은 서바이벌 전투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79C0D-17B9-409C-BF8C-A4193C8A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F87C9-1567-4657-9D0C-C41F1B68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직관적인 성장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35145-808D-4AED-AC9A-A7816F3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6CF95-3C38-4436-B2ED-EF24528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광고 보상 기반 초반 매출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B2DD2-B540-49FB-B26C-759656AB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AE14D-3761-41EA-823E-A286D5E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95641-0953-43F4-AA34-05BE650A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성장형 게임 유저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1F22D-B65D-4B6D-990C-BF6CF30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57B3D-9B2D-4B4B-B7A8-F48A88E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반복 성장과 수집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8E42D-AD42-4FFB-83A9-75E9E01D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AC25C-C9BD-41CA-8FDA-AB9DE103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장비·캐릭터 강화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5AF24-FF7D-46DF-8543-0B6E6A4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58BD0-2E4B-45AA-BE9A-CBB1AEBC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하우징과 시즌 콘텐츠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11FCE-994C-4D30-AF04-7BAC4947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03D57-0D91-4744-963B-3382FAB8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9525">
            <a:solidFill>
              <a:srgbClr val="E86E5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44163B-D109-422E-A6F9-51534804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코어 전략 유저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352F76-7F85-4AEB-BDE8-404C3EA2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EFF95-AA5A-4CD0-810C-0096F3EC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연맹 가입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22BC8C-CE21-4704-95FC-C75C3D52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033D9-29C4-4563-BF8F-C3DBBFE2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624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영토 경쟁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14D53D-75B9-4DC3-8A38-E4A6ED0A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263706-CAAB-4027-8E2C-24126B6F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862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시즌 랭킹과 고관여 결제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99F25B-CF55-44A8-856B-4CE02169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76769D-790D-4481-B4E5-AA73D560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초반 유입과 장기 잔류를 함께 노리는 진입 전략</a:t>
            </a:r>
          </a:p>
        </p:txBody>
      </p:sp>
    </p:spTree>
    <p:extLst>
      <p:ext uri="{BB962C8B-B14F-4D97-AF65-F5344CB8AC3E}">
        <p14:creationId xmlns:p14="http://schemas.microsoft.com/office/powerpoint/2010/main" val="2744184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84A8A-010C-47EA-8A70-C428940D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60611-9DB1-4F2D-B0B9-CC13B188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F399E-4477-46DE-9279-90D1844C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7A829-C263-45B8-9A57-7ABA3BA2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5755D-7BCD-4BBD-A684-3100611D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F6FE7-CBE4-4E79-A293-9DABCBD5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BUSINESS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1C425-15D7-4ACF-A07E-F5CA4BFF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자체 게임에서 써본 제작 흐름을 외부 게임팀에도 제공할 수 있게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312B1-3D61-43BC-BB49-D89BC402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먼저 자체 게임으로 시장 반응과 작업 시간을 확인하고, 이후 공급형 모델을 준비합니다.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6FAF6-CA77-4138-B1A2-65E8B287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B0B32-FC66-49B7-8BA7-2329238C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B782F-CB18-450D-BB2C-EA80758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웹 프로토타입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C5233-01B2-4827-94BF-32E1D7D8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7DA20-406F-4C96-8035-F555D7DE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28891-1F59-4FEF-B3B9-374978AC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닌자 서바이벌 2 데모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631C0-FE88-4B7A-BDA3-BE0FDCE1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5231E-E022-472B-8708-C93EC4B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956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212DA-BF4E-4824-AEFC-3CE7DDED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956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작업·운영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7996A-9F6E-4C16-ABEA-E6F66227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42864-8DD1-4A95-996E-42025173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02439-64C7-4C60-A9A7-4D3E8230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외부 PoC·라이선스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F8127-E4B9-45C2-95AD-FB474E5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2819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13A85-CF45-4747-BB16-1791D23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62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단기 수익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50457-71BC-42BC-A402-16964014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자체 게임 매출과 퍼블리싱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6E6BC-579E-4088-9FF1-63FCC3A2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95800"/>
            <a:ext cx="2819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9A11F-469F-4EFA-A7FB-76BEE5CF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62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rPr>
              <a:t>중기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8DD33-0513-4C25-AEC1-FEA72E97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81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콘텐츠 생산성·운영 지표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21CD8-90AF-4FC4-B2BA-06F47AD7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2819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BA3615-EAE6-4513-8E84-705753D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rPr>
              <a:t>장기 확장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7B5C43-9BBE-44B5-B958-3239098D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81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인디·중소 게임사 공급</a:t>
            </a:r>
          </a:p>
        </p:txBody>
      </p:sp>
    </p:spTree>
    <p:extLst>
      <p:ext uri="{BB962C8B-B14F-4D97-AF65-F5344CB8AC3E}">
        <p14:creationId xmlns:p14="http://schemas.microsoft.com/office/powerpoint/2010/main" val="16713584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43807-797A-44EF-BE26-30CF607D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62225-2282-4B07-AD78-571FD70D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593CB-F075-4DFE-AFD2-68BD59B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A52C3-EDF5-49C8-87AA-FF9A4629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BEB41-7AFB-4EDA-8445-85C58470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D1CD1-85D8-40C6-A2F9-6AFE3A5D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ONE-YEAR GOALS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802C8-5159-482E-93F2-4E1E27C5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앞으로 1년은 게임 데모와 IDLE Forge 적용 흐름을 동시에 완성하는 기간입니다.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99031-74C7-42D6-A786-C0CCB048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2026년 7월부터 2027년 6월까지, 자체 게임과 IDLE Forge의 확인 지표를 함께 쌓습니다.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3C9B1-3FE5-47E9-9CF1-BAFA7E9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EB74B-EBA6-4258-A275-FB215432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3812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E4597-5174-4FB9-A481-CAD9988C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10CAA-8957-4563-9107-AABD4D56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게임 목표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A1184-08A2-459F-AA05-8F9A39D5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255BE-5EBB-4935-AAF1-62DC941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핵심 전투 루프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A4711-F151-4BA2-ADF3-5284B71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59949-5F5E-4114-870E-7C886F3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성장 시스템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D669F-328C-48FF-A54B-4F0A0BE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C237A-5339-42F2-B3A9-5868C3F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베타/데모 빌드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9BF8F-14A4-47D8-B2F4-55C78B4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23812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EC05C-A96D-4844-874A-2F8F3CF8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14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5D7E9-5141-4A5B-AF04-460BF747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14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도구 목표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95C4F-72FC-4909-B4F7-D2FE5B84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B531D-D223-42F3-95E9-E808C98F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초안 작성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43C1D-95C7-4C4E-9E0C-910B67A5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CEF0C-5CBA-4DFE-AD2A-D429923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검수 리포트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A150F-6CA5-4FA0-9A27-20AD9A9B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5B1C0-8165-4B49-A8AC-89685597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05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적용 패키지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54CC9-B1C9-4DD3-B21D-7F7E4493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23812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52D412-A658-419B-882B-2418769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BA6B77-8C76-4C99-8A1D-1027B0B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사업 목표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43730E-A32C-4ED0-ABEC-4E89B18F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0B68FC-2028-481B-969E-A32D4377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데모 자료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E0AF0-2B12-4A00-A97B-8D698C67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EB6629-EC46-4F39-B067-1BABDC24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퍼블리싱 미팅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6A8588-506F-4B3B-883D-D891E241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4B14B2-C7C5-454E-BF0A-6408B37E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투자 대응 자료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F271DB-B709-47E1-8C3A-C765980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23812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39072C-1F80-4570-9799-5CE1B7A9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9525">
            <a:solidFill>
              <a:srgbClr val="E86E5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2AF0E9-44C6-477B-9AA5-9FAB2B4E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확장 목표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8890EA-3419-448D-BF9F-DAD720CD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02E1AA-B0F4-4A19-80E6-E5154A61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957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외부 PoC 후보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1B2387-4CD9-4FAF-ACDE-A42E5C51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6ED69B-9FD4-4BDB-A426-C779B061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도입 문서 초안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47B509-DCCD-47CC-A8B8-2DDAC738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FC2602-B568-4F4E-ADC5-A77DAE0A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라이선스 구조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822D7D-AE25-4FF8-A736-6D8EA2E7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1025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1년 뒤에는 데모 빌드와 외부 팀이 써볼 수 있는 도입 자료를 함께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8228168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A0600E-8797-4CAD-8BCA-0C78C03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A120F-DD43-4A92-B726-7F67C7D5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44772-732E-4A97-B551-0900AECD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86A34-C0ED-4BCB-B023-A21AD7B9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45AAB-EAE2-4020-B39A-C8993E7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3718C-E793-42E0-BF27-9A2FDFD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12-MONTH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36F03-59A0-4773-A2D4-448BE672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1년 실행계획은 데모 빌드, 작업 지표, 외부 PoC 준비로 이어집니다.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2698C-3C69-4D6C-B024-4D785993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각 분기마다 게임 빌드와 제작 도구의 산출물을 함께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854AF-75DD-4AFD-A566-94747773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8D18D-DAA8-44F4-B07D-F15F0081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4AB4E-2358-4259-A7B7-42184BEB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58E76-DFAA-4FC4-92C4-04042B9C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574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41770-2978-4539-8024-6F9D6A44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574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2026.07-08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111E1-215C-4026-8934-5D571BE5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전투·성장 루프 정리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F9F7A-661D-4F5B-8417-8A797427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66975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전투 프로토타입, 성장 데이터 구조, 주요 UI 흐름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D5B2E-2701-4C68-B554-B76AF943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5A515-4BA0-419A-A273-B0944522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137BF-73A4-4E51-8F80-D8998FE7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92B8A-A1EA-403E-A8F9-113D95EB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2026.09-10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835CA-CACD-4DAD-B67B-86E406D4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38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콘텐츠 초안·검수 적용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7537C-D844-4180-84BB-F57894A4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67075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캐릭터·적·스킬·장비 데이터, 밸런스 검수표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CE55A-97CB-4DA7-9B8C-2CBC095D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64117-DBFF-4B47-A47F-74E732A7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26929-0EA1-4CAD-B09C-C2018E9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4FED6-4600-4B7A-A0D7-C424C4B5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2026.11-12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A0515-AB56-4A8D-AAD2-3C14575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38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베타/데모 빌드 준비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C31460-6E39-4CD7-86DE-B43818D1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67175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모바일 테스트 빌드, 데모 영상, 사용자 테스트 항목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11CD0-E0E2-4CEF-A0C6-FE468E33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05EDCA-6673-44E4-8610-68489B19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A0F46-D86C-4B38-A82B-21ED22F5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5F675-3CE8-4627-8178-4A52E26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2027.01-03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E1340-1662-4C2E-BDC6-AC0A40B5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38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운영 데이터 분석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5FF59-E8FF-456E-92FD-9B73340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67275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리텐션, 콘텐츠 생산성, 업데이트 준비 시간 분석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135CE3-FB8B-49E0-8C0F-19AAE00A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F39AFA-5461-46C8-B814-7DB2E8B2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2B7114-534D-4057-B527-AE2CD22E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578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7B62F3-F988-4AA0-9F3B-901F871A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578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2027.04-06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19C627-998E-49FD-8FA4-17FBA7D3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38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외부 PoC 준비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D11D95-40D0-4075-AB10-74CF060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PoC 후보 발굴, 도입 문서, 후속 투자 자료</a:t>
            </a:r>
          </a:p>
        </p:txBody>
      </p:sp>
    </p:spTree>
    <p:extLst>
      <p:ext uri="{BB962C8B-B14F-4D97-AF65-F5344CB8AC3E}">
        <p14:creationId xmlns:p14="http://schemas.microsoft.com/office/powerpoint/2010/main" val="133509926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94795-BCEC-4348-B611-434590D4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DA5F8-5478-4BDA-9C30-1EF82A94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F0CBF-1ABC-4AC9-AEAD-F0B873DE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20F77-EEFC-4B32-B82A-66815B76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BUSINESS 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FA0CB-D611-496A-9A61-93084B65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99AF3-DFEA-44C7-A645-D39F977F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TEAM STRENGTH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755E3-8F13-43B3-B7D2-46C3E725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강점은 아이디어를 실제 빌드까지 옮기는 실행력입니다.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FC78D-7486-49B9-93D0-2B2F095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사업 기획, 서버·엔진, Unity 클라이언트, 콘텐츠 검수가 한 팀 안에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047AF-815D-4BB5-8249-B1824D51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9B28D-FA93-41A3-816A-4E0DB4A1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4152B-137A-41D1-8D73-B894949E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B1E35-03F6-4123-B1E9-463466A1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1B18A-3288-4E2A-AA5E-1897056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86025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대표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6EE20-6670-4438-B3ED-A0C423D4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396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사업화 전략, 게임 기획, 운영 지표, 투자·퍼블리싱 대응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515E3-A1A3-4EFA-B492-952BA953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19C8E-D4F3-49AF-9497-3FA7F5B7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DD10F-AC91-471B-A5E6-8DBD32C5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E8D6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E206C-1D9C-4CE7-A155-DE301A2A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86025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B33EB-D77E-4D9F-A4BE-BEA90771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396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서울대학교 출신 핵심 기술 인력. 서버·엔진·플랫폼 구조 총괄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A9753-CDDB-4DBC-89C5-6DB24DA0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839E7-281C-45C5-9E89-1B8ECF27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B8A03-8B02-4FA8-8AF3-CEEE9CE3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C6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5C64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4B0BD-C1C6-4827-8609-9E8E5F88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71925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유니티 클라이언트 개발자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8E14E-66DE-47D5-8EEE-DEBAD428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396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닌자 서바이벌 2 모바일 클라이언트, 전투·성장 UI, 빌드 테스트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ADB5F-7671-428C-9260-5295C115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6D70D-F701-4F2D-9886-072F601D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3E19D-A0C0-4AAD-8289-F795228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E5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23047-0DD9-4C5B-9A1D-168D671D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71925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아트·콘텐츠 인력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57729-7629-4638-B4F5-16406DB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396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아트·콘텐츠 결과물 검수, 리소스 제작, 품질 관리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4D94F-15FD-4BE0-886A-A2026D7B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477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A61D2-A4DD-41CA-BC3D-CFA3AA87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76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F5276B-A9E1-49B9-B182-044289B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76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팀의 강점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CFB3E-7707-430B-A717-36F09980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19750"/>
            <a:ext cx="628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도구를 만들고, 자체 게임에 적용하고, 결과를 데모와 사업 자료로 보여줄 수 있는 실행 구조</a:t>
            </a:r>
          </a:p>
        </p:txBody>
      </p:sp>
    </p:spTree>
    <p:extLst>
      <p:ext uri="{BB962C8B-B14F-4D97-AF65-F5344CB8AC3E}">
        <p14:creationId xmlns:p14="http://schemas.microsoft.com/office/powerpoint/2010/main" val="11884822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F6C85-9C45-4353-91C2-5DD351E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D99BA-CDF8-48FA-9D74-DA5F3F7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56CEF-268A-4D82-B75D-D5EE01D6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74C2E-4979-4658-8E73-A4472DE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B4671-B4E0-4861-95B4-A0E6F6BC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UNIONJAM Inc. 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25DD5-392C-463E-86EC-A2FF1787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819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1년 안에 보여줄 결과는 명확합니다.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1FB36-E85E-4597-B45B-FBC3396A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닌자 서바이벌 2 데모 빌드와 IDLE Forge 적용 흐름을 함께 완성합니다.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6FDB6-1D75-4B7B-B894-9AC12A9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33901-C401-443D-AC1B-01427C60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63D3C-3F61-416D-8C62-47A2A05B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659BB-90CC-40BE-ABCE-72B9DA52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05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웹 프로토타입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4B796-E913-48D3-8B96-58161EEF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05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이미 플레이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F39AB-0B89-404E-91D0-5409D40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90975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025FE-6FBD-46F9-AE26-84373262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576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5A409-6409-447F-9363-BF4DC289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43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6"/>
          </a:solidFill>
          <a:ln xmlns:a="http://schemas.openxmlformats.org/drawingml/2006/main" w="9525">
            <a:solidFill>
              <a:srgbClr val="BFE8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769D9-9354-42CB-8B41-1441921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43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94BFF-4279-43D0-9042-5E29BBD6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닌자 서바이벌 2 데모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11CBE-2A48-4B53-8995-9D97080C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베타/데모 빌드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B09A3-B16F-42B4-B1CF-4B5A5764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5D86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6AE86-AD61-4EA7-BE42-63286079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06F3A-5FA0-4D56-843A-2613467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6"/>
          </a:solidFill>
          <a:ln xmlns:a="http://schemas.openxmlformats.org/drawingml/2006/main" w="9525">
            <a:solidFill>
              <a:srgbClr val="E86E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54EEB-0962-43D9-90C6-D4242F12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88468-9132-4627-BFEE-B5BE6BE5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922"/>
                </a:solidFill>
                <a:latin typeface="Apple SD Gothic Neo"/>
                <a:ea typeface="Apple SD Gothic Neo"/>
                <a:cs typeface="Apple SD Gothic Neo"/>
              </a:rPr>
              <a:t>IDLE Forge 도입 자료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10F29-B460-41D7-A6D4-56D29182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05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772"/>
                </a:solidFill>
                <a:latin typeface="Apple SD Gothic Neo"/>
                <a:ea typeface="Apple SD Gothic Neo"/>
                <a:cs typeface="Apple SD Gothic Neo"/>
              </a:rPr>
              <a:t>PoC 제안서 준비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0FFB0-174F-4303-8ED4-E3C8B96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7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D86"/>
          </a:solidFill>
          <a:ln xmlns:a="http://schemas.openxmlformats.org/drawingml/2006/main" w="9525">
            <a:solidFill>
              <a:srgbClr val="115D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94918C-E5E1-4F15-8162-137BAEB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7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목표: 데모 빌드, 제작 시간 지표, 외부 PoC 제안서</a:t>
            </a:r>
          </a:p>
        </p:txBody>
      </p:sp>
    </p:spTree>
    <p:extLst>
      <p:ext uri="{BB962C8B-B14F-4D97-AF65-F5344CB8AC3E}">
        <p14:creationId xmlns:p14="http://schemas.microsoft.com/office/powerpoint/2010/main" val="1449396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2026-06-05T07:40:28.7780000Z</dcterms:created>
  <dcterms:modified xsi:type="dcterms:W3CDTF">2026-06-05T07:40:28.7780000Z</dcterms:modified>
</coreProperties>
</file>